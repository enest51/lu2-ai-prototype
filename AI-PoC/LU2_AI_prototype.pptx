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7F1470-1E76-D8F7-6C66-B72D12E50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05D82A5-FC80-4558-7B18-1C32A2953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8D88863-539F-5A41-9AF7-F5275869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113954-A161-25CD-9784-ECDD0781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11176C5-A9DE-1ACC-0967-C7FAC8C4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240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DA73D-BBC9-3EA4-FF5B-22F998C3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BD1ABE6-190A-3442-5250-812DD317D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3F108FA-2D49-ADAF-4816-A82E9161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D2D193C-E57C-42EF-CCB3-FA81C0E0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205986D-F91F-0C9E-1864-CEB47749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202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4B9711-A519-EFCE-2D60-D878E27AF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ECC7550-5504-1E5A-30C3-13248970F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E9C62BF-3766-A94C-3529-81C3335D8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FCDAADA-2EA7-3D55-80CF-77D2FB12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74AD2D1-0106-422E-8F0D-CA677BC2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551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B3FA97-81F1-4F90-7D14-6D418763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D4D312B-41E1-28EE-D3B1-BF7EEBB04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D32FCA7-396F-617D-8B2A-EA56A3D8D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386DBA-1603-78CE-AFD4-D6925244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EBF9EEC-AFCB-23E8-73EF-BD27D090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68B3937-BA3A-2823-5182-E8C6BEFF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207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79EF7-AB2B-9EAE-81E2-C410B5D1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3669280-541F-AC03-E06B-633BCBF78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9287E79-F293-4E6D-2854-D9040A0A3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5E594BD-C7B0-F9BB-856A-C4B312D37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FA3D3EC-89FF-97AA-BFCE-47ADD5002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C5A2304-4776-2146-4A64-85A67B6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B527C9B-44A6-A40B-AE07-A40F833EB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9556E3-63F3-3222-544D-06DAE787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0300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F94448-D311-D0C1-BC70-636E061E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C82F539-AF0C-5256-2B7C-423897C05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16EAD6C-599F-E428-1585-27C71D40E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C57D248-86EF-797B-E267-76136A85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501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C4E49EB-DA67-0136-0657-30FADF8E4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0E3A67C-E882-4A9A-640B-E4D824DE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3B3711D-E77E-2D2C-83B6-02FF57CEE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4882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8FFD61-D6B8-3027-F294-E872CC202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74426F9-8763-02DC-603B-8B5D4D35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C8A26A5-1980-37EB-691A-25A97F2D6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57D36B0-1C53-496D-E1BB-18AE1EE5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F22BCC3-4964-2229-171F-565A6455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0288639-2021-ACD8-3B4F-476C84FF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791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8522E4-D0F2-843D-8ED9-65F03D5F3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F2AFC55-A0E0-99EA-8D40-A358AB0DB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7533D04-A703-08B3-B857-E22A0426E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E83A135-E7F5-B803-A2CC-F7CD2949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A6099FE-D291-996E-80FF-5607DF35D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E99ACD9-2D58-9B7E-1382-D791A815A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92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F10E66-60F9-35BB-9343-F6D8ECB3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CDCB20A-F2A6-5F5B-16C5-632765F39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87C33A5-DAD0-BDA3-12C7-FC386A9C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510E501-BC63-1E87-5E91-52B03E29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BD7A8D9-E76D-D057-6AC7-3F4E6867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480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BD3794F-98EC-2250-689D-7670921E7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0DB65A7-0C83-9B97-A72B-CAFB57303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1AC6EC-9F4B-48C2-D597-F8B0EF758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CB4D58-4BCB-BAE9-F550-5243628B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AB4F91D-857E-F389-99F1-44CFD939F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777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9F313A0-C64A-C54A-BFF3-C25CF4E43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4125B69-5583-BD93-979F-46B21E502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591074-E582-F80C-7BCF-3B29A0153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2ECCB-AE8D-457F-BF62-3B85FBD01218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8E01E46-3E47-D925-29F2-FD75D1566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AD77790-20FE-0DCB-BEB5-29FC20F3D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B87F2-DB41-45FF-BBB8-D0465AA5A72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388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E95718-C4FE-BB9B-FCE7-E17E21686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B682039-D01B-F2C8-E276-F796693C72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995979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Enes Tekinbaş</dc:creator>
  <cp:lastModifiedBy>Enes Tekinbaş</cp:lastModifiedBy>
  <cp:revision>1</cp:revision>
  <dcterms:created xsi:type="dcterms:W3CDTF">2025-11-10T11:19:08Z</dcterms:created>
  <dcterms:modified xsi:type="dcterms:W3CDTF">2025-11-10T11:19:09Z</dcterms:modified>
</cp:coreProperties>
</file>